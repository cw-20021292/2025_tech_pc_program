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68" r:id="rId2"/>
    <p:sldId id="259" r:id="rId3"/>
    <p:sldId id="267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61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EB743-CCC1-4A97-BBC0-B8280C3D15A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BB8CD-BBCF-4B7C-A8CD-1E908F2C5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1F4E0D-4081-476A-93FC-375C83B00A5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954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1F4E0D-4081-476A-93FC-375C83B00A5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11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32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59612" y="6604967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C40472-3EFD-416E-8CB1-B92CC8ABB162}" type="slidenum">
              <a:rPr lang="ko-KR" alt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83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40472-3EFD-416E-8CB1-B92CC8ABB162}" type="slidenum">
              <a:rPr lang="ko-KR" alt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23528" y="755179"/>
            <a:ext cx="8496944" cy="0"/>
          </a:xfrm>
          <a:prstGeom prst="line">
            <a:avLst/>
          </a:prstGeom>
          <a:ln>
            <a:solidFill>
              <a:srgbClr val="6EC4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 userDrawn="1"/>
        </p:nvSpPr>
        <p:spPr>
          <a:xfrm rot="5400000" flipH="1">
            <a:off x="193970" y="525820"/>
            <a:ext cx="288033" cy="45720"/>
          </a:xfrm>
          <a:prstGeom prst="rect">
            <a:avLst/>
          </a:prstGeom>
          <a:solidFill>
            <a:srgbClr val="6EC4E8"/>
          </a:solidFill>
          <a:ln>
            <a:solidFill>
              <a:srgbClr val="6EC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white"/>
              </a:solidFill>
            </a:endParaRPr>
          </a:p>
        </p:txBody>
      </p:sp>
      <p:pic>
        <p:nvPicPr>
          <p:cNvPr id="6" name="Picture 2" descr="C:\Users\ADMINI~1\AppData\Local\Temp\_AZTMP11_\COWAY 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008" y="559392"/>
            <a:ext cx="816204" cy="13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/>
          <p:cNvCxnSpPr/>
          <p:nvPr userDrawn="1"/>
        </p:nvCxnSpPr>
        <p:spPr>
          <a:xfrm>
            <a:off x="323528" y="755179"/>
            <a:ext cx="8496944" cy="0"/>
          </a:xfrm>
          <a:prstGeom prst="line">
            <a:avLst/>
          </a:prstGeom>
          <a:ln>
            <a:solidFill>
              <a:srgbClr val="6EC4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88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179512" y="260648"/>
            <a:ext cx="8784976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1" name="Picture 4" descr="C:\Users\jin\Dropbox\@_Fineart HD (1)\기획팀\진성우 대리\코웨이 PPT포맷\PNG 모음\Graphic Motif_blu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72" y="431941"/>
            <a:ext cx="8424863" cy="60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D:\김슬아\0.경영기획팀\99.착한 약속\2017\★2017 착한 약속_coway Trust 이미지\2) coway trust_logo_white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236" y="5407471"/>
            <a:ext cx="648225" cy="9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" descr="\\Co-plan\경영기획\1. 자료\998. 디자인\CI 확장자 별 데이터\COWAY CI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941" y="431941"/>
            <a:ext cx="1487520" cy="2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연결선 14"/>
          <p:cNvCxnSpPr/>
          <p:nvPr userDrawn="1"/>
        </p:nvCxnSpPr>
        <p:spPr>
          <a:xfrm>
            <a:off x="1373052" y="3429000"/>
            <a:ext cx="648064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20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59612" y="6604967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C40472-3EFD-416E-8CB1-B92CC8ABB162}" type="slidenum">
              <a:rPr lang="ko-KR" alt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23528" y="755179"/>
            <a:ext cx="8496944" cy="0"/>
          </a:xfrm>
          <a:prstGeom prst="line">
            <a:avLst/>
          </a:prstGeom>
          <a:ln>
            <a:solidFill>
              <a:srgbClr val="6EC4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 userDrawn="1"/>
        </p:nvSpPr>
        <p:spPr>
          <a:xfrm rot="5400000" flipH="1">
            <a:off x="193970" y="525820"/>
            <a:ext cx="288033" cy="457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prstClr val="white"/>
              </a:solidFill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23528" y="755179"/>
            <a:ext cx="84969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47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5868" y="265249"/>
            <a:ext cx="6667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PLM 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과제 생성 요청</a:t>
            </a:r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_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기술과제 </a:t>
            </a:r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(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정수기 제어 </a:t>
            </a:r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TOOL 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개발</a:t>
            </a:r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)</a:t>
            </a:r>
            <a:endParaRPr lang="ko-KR" altLang="en-US" sz="20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815012"/>
              </p:ext>
            </p:extLst>
          </p:nvPr>
        </p:nvGraphicFramePr>
        <p:xfrm>
          <a:off x="432247" y="897669"/>
          <a:ext cx="8231880" cy="5695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과제종류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기술과제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과제명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정수기 제어 </a:t>
                      </a:r>
                      <a:r>
                        <a:rPr lang="en-US" altLang="ko-KR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TOOL </a:t>
                      </a:r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</a:t>
                      </a:r>
                      <a:r>
                        <a:rPr lang="en-US" altLang="ko-KR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얼음정수기 </a:t>
                      </a:r>
                      <a:r>
                        <a:rPr lang="en-US" altLang="ko-KR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냉온정수기</a:t>
                      </a:r>
                      <a:r>
                        <a:rPr lang="en-US" altLang="ko-KR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형태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자체개발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제품군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Water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상세분류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편의향상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예상적용시기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상반기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비용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PM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박찬흠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2025.11.14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종료일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2026.02.27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심의완료일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17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과제설명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얼음정수기 냉각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제빙 성능 검토 효율성 상승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개선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 개발자가 아니더라도 실시간 제품상태 확인 가능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제어사양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순간온수 검토용 프로그램으로 확장 가능성 有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924425" y="6029325"/>
            <a:ext cx="3695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2"/>
                </a:solidFill>
              </a:rPr>
              <a:t>(*</a:t>
            </a:r>
            <a:r>
              <a:rPr lang="ko-KR" altLang="en-US" sz="1400" b="1" dirty="0" err="1">
                <a:solidFill>
                  <a:schemeClr val="accent2"/>
                </a:solidFill>
              </a:rPr>
              <a:t>필수값이므로</a:t>
            </a:r>
            <a:r>
              <a:rPr lang="ko-KR" altLang="en-US" sz="1400" b="1" dirty="0">
                <a:solidFill>
                  <a:schemeClr val="accent2"/>
                </a:solidFill>
              </a:rPr>
              <a:t> 기입 必</a:t>
            </a:r>
            <a:r>
              <a:rPr lang="en-US" altLang="ko-KR" sz="1400" b="1" dirty="0">
                <a:solidFill>
                  <a:schemeClr val="accent2"/>
                </a:solidFill>
              </a:rPr>
              <a:t>)</a:t>
            </a:r>
            <a:endParaRPr lang="ko-KR" altLang="en-US" sz="1400" b="1" dirty="0">
              <a:solidFill>
                <a:schemeClr val="accent2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65FF792-B270-0D3F-1088-85555EF9F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69" y="2686582"/>
            <a:ext cx="2861436" cy="148483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3A8092C-3AD7-B4C2-D517-99968DB17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318" y="4466893"/>
            <a:ext cx="4203557" cy="63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1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5868" y="265249"/>
            <a:ext cx="3663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PLM 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과제 생성 요청</a:t>
            </a:r>
            <a:r>
              <a:rPr lang="en-US" altLang="ko-KR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_</a:t>
            </a:r>
            <a:r>
              <a:rPr lang="ko-KR" altLang="en-US" sz="2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기술과제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75655"/>
              </p:ext>
            </p:extLst>
          </p:nvPr>
        </p:nvGraphicFramePr>
        <p:xfrm>
          <a:off x="350520" y="1099821"/>
          <a:ext cx="3276600" cy="502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선택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04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형태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N/A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공동개발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산학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용역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자체개발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04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상세분류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N/A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복합기능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성능향상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신규기능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신기술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용도 확대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원가절감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편의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품질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803" y="1423987"/>
            <a:ext cx="4397783" cy="339032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414" y="1690687"/>
            <a:ext cx="2304018" cy="268948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720" y="1690687"/>
            <a:ext cx="1962357" cy="41174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35803" y="1108592"/>
            <a:ext cx="3399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※ </a:t>
            </a:r>
            <a:r>
              <a:rPr lang="ko-KR" altLang="en-US" sz="1400" b="1" dirty="0" err="1"/>
              <a:t>제품군</a:t>
            </a:r>
            <a:r>
              <a:rPr lang="ko-KR" altLang="en-US" sz="1400" b="1" dirty="0"/>
              <a:t> 참고</a:t>
            </a:r>
          </a:p>
        </p:txBody>
      </p:sp>
    </p:spTree>
    <p:extLst>
      <p:ext uri="{BB962C8B-B14F-4D97-AF65-F5344CB8AC3E}">
        <p14:creationId xmlns:p14="http://schemas.microsoft.com/office/powerpoint/2010/main" val="226245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40472-3EFD-416E-8CB1-B92CC8ABB162}" type="slidenum">
              <a:rPr lang="ko-KR" altLang="en-US" smtClean="0">
                <a:solidFill>
                  <a:prstClr val="white">
                    <a:lumMod val="6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9" y="1110329"/>
            <a:ext cx="4289367" cy="23387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85" y="4052956"/>
            <a:ext cx="4492704" cy="2552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9317" y="762281"/>
            <a:ext cx="110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형태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683624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 dirty="0" err="1"/>
              <a:t>상세분류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5" y="1131613"/>
            <a:ext cx="4040222" cy="2317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740997"/>
            <a:ext cx="214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 dirty="0" err="1"/>
              <a:t>과제종류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41618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736</TotalTime>
  <Words>131</Words>
  <Application>Microsoft Office PowerPoint</Application>
  <PresentationFormat>화면 슬라이드 쇼(4:3)</PresentationFormat>
  <Paragraphs>71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2_Office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현지훈</dc:creator>
  <cp:lastModifiedBy>박찬흠[Water전장개발팀/팀원]</cp:lastModifiedBy>
  <cp:revision>82</cp:revision>
  <dcterms:created xsi:type="dcterms:W3CDTF">2020-04-08T02:30:18Z</dcterms:created>
  <dcterms:modified xsi:type="dcterms:W3CDTF">2025-11-17T06:43:25Z</dcterms:modified>
</cp:coreProperties>
</file>