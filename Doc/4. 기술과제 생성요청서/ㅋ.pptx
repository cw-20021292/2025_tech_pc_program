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4660"/>
  </p:normalViewPr>
  <p:slideViewPr>
    <p:cSldViewPr snapToGrid="0">
      <p:cViewPr varScale="1">
        <p:scale>
          <a:sx n="87" d="100"/>
          <a:sy n="87" d="100"/>
        </p:scale>
        <p:origin x="60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41CC67-CBF1-720F-FAC6-E9A15A9D4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6C8AC9-3FB2-7CD7-44AA-5D76C7852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5FFCB7-E2C1-AFED-CCAD-B5021567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44512-C626-EE58-0C63-B8621005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EB061B-F267-DE36-0A75-65730A09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15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0843B-AC1D-F6A2-8713-C1A2E4CB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E2B1D1-7282-60C7-B26B-0D6ABFE94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2B953A-4C6E-32B1-8D5D-4624B5C5F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9931C-5780-055D-54CD-5505C24C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3450E-10F6-D259-AA9C-6A5E94483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82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D1CFF-1AD7-3191-DAC9-CBA165FC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9FAE62-9421-BB2B-6356-C6AAAC8E7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7290A-1881-8BCA-4D40-9502E6AB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5DF56A-DB78-E90D-9320-6D7C629F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AFA114-BE1C-0D8B-4DC4-104416C5B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38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68D4CA-5350-AB94-D9C4-390C91DC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63AD4B-9D86-D93F-5503-993573971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950117-0A2D-1682-5F91-E43E9CBCC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AE8329-1225-41AB-D52F-3882A232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DFB798-A844-3C98-C57D-33FB7E66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A1259E-54AA-6210-3BD1-EC5A1C84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19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F7C1B-8F9A-529A-874F-13E3F1AA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5FC884-8F3B-A296-58AD-C3F25B46E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E35B47-F432-9BFB-B03E-3B590147F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EBBAAB-9E7F-DC1C-6531-26C05479E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D4BF1D-A36D-03F1-CFFE-89914C739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4C56B4-E9DA-BD79-B0A4-8BC5ADEB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497BE6-7F8F-6BCB-C302-775D9B716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6A2400-99CE-0D4F-F17C-9FF0DB49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144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8B422-9993-3204-183B-83F5C2C9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E836FB-D039-ECCF-4B86-A225CFA2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597346-9F34-2E10-B168-EA307BDA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F107FD-BE49-6B32-030F-12A90BEB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18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C7E0DF-AE36-CEE0-1AB4-CDC3D2B99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D774CC-F04F-0E37-3BC0-25FBED5E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A1ED4B-3E15-3A98-E840-94B3ED775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0A4AA-8DAF-AE21-D6EA-CD6334F99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8DB17-861E-8199-0E01-B1EA5D461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4E4143-D490-2519-36A9-DEF3602B5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75F035-2B6C-2A7F-F621-B4A529AB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F7CDF0-2471-8F2D-7B22-90FE9FF6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D86A16-DC20-B478-6185-C280B31D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548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DDB26-528B-C315-48CD-849531E9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11FA05-8DBD-B583-F22F-3C62803F8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FC4AE-6A64-8C39-CF68-FE9A98054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FD5D17-7FBE-AE4E-6DEA-3008D8C6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1432AA-3CAA-7D6E-F67F-D8E5D399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A66211-A85A-B4B4-8722-B8A22BD8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4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2266C-79D6-83BE-DB8F-5AA13A80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EF9EA4-9F58-D7AE-035F-B6DB58BA3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27800-5034-B958-90EE-9261CDD98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19D312-DC42-9518-DE4B-4A031677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BDEEE-8CA3-CF0C-1210-AB41DA7E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1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150772-1EAC-510C-4D03-594D76BE3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6633EA-FD24-1698-E3F8-463C64217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F4D07-B0E2-D23B-4006-0A24BB0D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174ABE-5D43-BD11-339D-1F94DD2D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266EF3-794B-7F80-F132-E68CA89C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06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6AE39-7BC2-6D6C-9266-68A812AC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9107FE-CC89-A57D-4002-C74714AB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C2463-83CB-6E10-AC2B-D35C21859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89224-0877-4BEE-875C-117A84DF5A6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55F50A-0BE0-764A-020B-ECF0A4CEA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B91D92-3F45-7AD9-DB27-24DBAEA2C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C6EAA-6A8D-4728-BE59-60CDC3536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7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19A55-E09C-6861-3B10-6811A350589F}"/>
              </a:ext>
            </a:extLst>
          </p:cNvPr>
          <p:cNvSpPr txBox="1"/>
          <p:nvPr/>
        </p:nvSpPr>
        <p:spPr>
          <a:xfrm>
            <a:off x="404735" y="344773"/>
            <a:ext cx="209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기존 </a:t>
            </a:r>
            <a:r>
              <a:rPr lang="en-US" altLang="ko-KR" b="1" dirty="0"/>
              <a:t>(</a:t>
            </a:r>
            <a:r>
              <a:rPr lang="ko-KR" altLang="en-US" b="1" dirty="0"/>
              <a:t>제빙테이블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7526174-AC89-0B4B-7C83-6B4EB5BE6F82}"/>
              </a:ext>
            </a:extLst>
          </p:cNvPr>
          <p:cNvGrpSpPr/>
          <p:nvPr/>
        </p:nvGrpSpPr>
        <p:grpSpPr>
          <a:xfrm>
            <a:off x="278800" y="1346959"/>
            <a:ext cx="5108131" cy="2658333"/>
            <a:chOff x="278800" y="1346959"/>
            <a:chExt cx="5108131" cy="2658333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E23C6CD-7E78-C264-58AB-D24BEE8C4A3F}"/>
                </a:ext>
              </a:extLst>
            </p:cNvPr>
            <p:cNvGrpSpPr/>
            <p:nvPr/>
          </p:nvGrpSpPr>
          <p:grpSpPr>
            <a:xfrm>
              <a:off x="278800" y="1346959"/>
              <a:ext cx="5108131" cy="2658333"/>
              <a:chOff x="404735" y="1910930"/>
              <a:chExt cx="5108131" cy="2658333"/>
            </a:xfrm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895A975B-81B3-E43C-6A56-DFFA062BD836}"/>
                  </a:ext>
                </a:extLst>
              </p:cNvPr>
              <p:cNvSpPr/>
              <p:nvPr/>
            </p:nvSpPr>
            <p:spPr>
              <a:xfrm>
                <a:off x="1871923" y="1910930"/>
                <a:ext cx="2173753" cy="985581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[Water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시스템팀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]</a:t>
                </a:r>
              </a:p>
              <a:p>
                <a:pPr algn="ctr"/>
                <a:r>
                  <a:rPr lang="ko-KR" altLang="en-US" b="1" dirty="0">
                    <a:solidFill>
                      <a:schemeClr val="tx1"/>
                    </a:solidFill>
                  </a:rPr>
                  <a:t>제빙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냉각테이블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b="1" dirty="0">
                    <a:solidFill>
                      <a:schemeClr val="tx1"/>
                    </a:solidFill>
                  </a:rPr>
                  <a:t>적용 요청</a:t>
                </a:r>
              </a:p>
            </p:txBody>
          </p: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4E8CE46D-748C-36AB-38AA-7BC4B6237207}"/>
                  </a:ext>
                </a:extLst>
              </p:cNvPr>
              <p:cNvGrpSpPr/>
              <p:nvPr/>
            </p:nvGrpSpPr>
            <p:grpSpPr>
              <a:xfrm>
                <a:off x="404735" y="3583682"/>
                <a:ext cx="5108131" cy="985581"/>
                <a:chOff x="404735" y="3583682"/>
                <a:chExt cx="5108131" cy="985581"/>
              </a:xfrm>
            </p:grpSpPr>
            <p:sp>
              <p:nvSpPr>
                <p:cNvPr id="5" name="사각형: 둥근 모서리 4">
                  <a:extLst>
                    <a:ext uri="{FF2B5EF4-FFF2-40B4-BE49-F238E27FC236}">
                      <a16:creationId xmlns:a16="http://schemas.microsoft.com/office/drawing/2014/main" id="{0EDDF9FF-F2E6-AB56-2573-EC51924AB671}"/>
                    </a:ext>
                  </a:extLst>
                </p:cNvPr>
                <p:cNvSpPr/>
                <p:nvPr/>
              </p:nvSpPr>
              <p:spPr>
                <a:xfrm>
                  <a:off x="404735" y="3583682"/>
                  <a:ext cx="2173753" cy="985581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b="1" dirty="0">
                      <a:solidFill>
                        <a:schemeClr val="tx1"/>
                      </a:solidFill>
                    </a:rPr>
                    <a:t>[Water</a:t>
                  </a:r>
                  <a:r>
                    <a:rPr lang="ko-KR" altLang="en-US" b="1" dirty="0">
                      <a:solidFill>
                        <a:schemeClr val="tx1"/>
                      </a:solidFill>
                    </a:rPr>
                    <a:t>전장개발팀</a:t>
                  </a:r>
                  <a:r>
                    <a:rPr lang="en-US" altLang="ko-KR" b="1" dirty="0">
                      <a:solidFill>
                        <a:schemeClr val="tx1"/>
                      </a:solidFill>
                    </a:rPr>
                    <a:t>]</a:t>
                  </a:r>
                </a:p>
                <a:p>
                  <a:pPr algn="ctr"/>
                  <a:r>
                    <a:rPr lang="en-US" altLang="ko-KR" b="1" dirty="0">
                      <a:solidFill>
                        <a:schemeClr val="tx1"/>
                      </a:solidFill>
                    </a:rPr>
                    <a:t>S/W </a:t>
                  </a:r>
                  <a:r>
                    <a:rPr lang="ko-KR" altLang="en-US" b="1" dirty="0">
                      <a:solidFill>
                        <a:schemeClr val="tx1"/>
                      </a:solidFill>
                    </a:rPr>
                    <a:t>적용</a:t>
                  </a:r>
                </a:p>
              </p:txBody>
            </p:sp>
            <p:sp>
              <p:nvSpPr>
                <p:cNvPr id="6" name="사각형: 둥근 모서리 5">
                  <a:extLst>
                    <a:ext uri="{FF2B5EF4-FFF2-40B4-BE49-F238E27FC236}">
                      <a16:creationId xmlns:a16="http://schemas.microsoft.com/office/drawing/2014/main" id="{CDABD683-86DC-E047-2092-CD45ACAE50CF}"/>
                    </a:ext>
                  </a:extLst>
                </p:cNvPr>
                <p:cNvSpPr/>
                <p:nvPr/>
              </p:nvSpPr>
              <p:spPr>
                <a:xfrm>
                  <a:off x="3339113" y="3583682"/>
                  <a:ext cx="2173753" cy="985581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b="1" dirty="0">
                      <a:solidFill>
                        <a:schemeClr val="tx1"/>
                      </a:solidFill>
                    </a:rPr>
                    <a:t>[Water</a:t>
                  </a:r>
                  <a:r>
                    <a:rPr lang="ko-KR" altLang="en-US" b="1" dirty="0">
                      <a:solidFill>
                        <a:schemeClr val="tx1"/>
                      </a:solidFill>
                    </a:rPr>
                    <a:t>시스템팀</a:t>
                  </a:r>
                  <a:r>
                    <a:rPr lang="en-US" altLang="ko-KR" b="1" dirty="0">
                      <a:solidFill>
                        <a:schemeClr val="tx1"/>
                      </a:solidFill>
                    </a:rPr>
                    <a:t>]</a:t>
                  </a:r>
                </a:p>
                <a:p>
                  <a:pPr algn="ctr"/>
                  <a:r>
                    <a:rPr lang="ko-KR" altLang="en-US" b="1" dirty="0">
                      <a:solidFill>
                        <a:schemeClr val="tx1"/>
                      </a:solidFill>
                    </a:rPr>
                    <a:t>검토</a:t>
                  </a:r>
                </a:p>
              </p:txBody>
            </p:sp>
          </p:grpSp>
        </p:grpSp>
        <p:cxnSp>
          <p:nvCxnSpPr>
            <p:cNvPr id="11" name="연결선: 구부러짐 10">
              <a:extLst>
                <a:ext uri="{FF2B5EF4-FFF2-40B4-BE49-F238E27FC236}">
                  <a16:creationId xmlns:a16="http://schemas.microsoft.com/office/drawing/2014/main" id="{608B82C1-2865-6826-A73B-D307EF695BFC}"/>
                </a:ext>
              </a:extLst>
            </p:cNvPr>
            <p:cNvCxnSpPr>
              <a:stCxn id="4" idx="1"/>
              <a:endCxn id="5" idx="0"/>
            </p:cNvCxnSpPr>
            <p:nvPr/>
          </p:nvCxnSpPr>
          <p:spPr>
            <a:xfrm rot="10800000" flipV="1">
              <a:off x="1365678" y="1839749"/>
              <a:ext cx="380311" cy="1179961"/>
            </a:xfrm>
            <a:prstGeom prst="curvedConnector2">
              <a:avLst/>
            </a:prstGeom>
            <a:ln w="762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연결선: 구부러짐 11">
              <a:extLst>
                <a:ext uri="{FF2B5EF4-FFF2-40B4-BE49-F238E27FC236}">
                  <a16:creationId xmlns:a16="http://schemas.microsoft.com/office/drawing/2014/main" id="{1B438667-76E4-FEAF-CECB-290F3E0D77ED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2452553" y="3512502"/>
              <a:ext cx="760625" cy="12700"/>
            </a:xfrm>
            <a:prstGeom prst="curvedConnector3">
              <a:avLst>
                <a:gd name="adj1" fmla="val 50000"/>
              </a:avLst>
            </a:prstGeom>
            <a:ln w="762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연결선: 구부러짐 14">
              <a:extLst>
                <a:ext uri="{FF2B5EF4-FFF2-40B4-BE49-F238E27FC236}">
                  <a16:creationId xmlns:a16="http://schemas.microsoft.com/office/drawing/2014/main" id="{050B9AA9-80AE-49B4-40A1-10F1B97A6FC5}"/>
                </a:ext>
              </a:extLst>
            </p:cNvPr>
            <p:cNvCxnSpPr>
              <a:cxnSpLocks/>
              <a:stCxn id="6" idx="0"/>
              <a:endCxn id="4" idx="3"/>
            </p:cNvCxnSpPr>
            <p:nvPr/>
          </p:nvCxnSpPr>
          <p:spPr>
            <a:xfrm rot="16200000" flipV="1">
              <a:off x="3519918" y="2239574"/>
              <a:ext cx="1179961" cy="380314"/>
            </a:xfrm>
            <a:prstGeom prst="curvedConnector2">
              <a:avLst/>
            </a:prstGeom>
            <a:ln w="762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0D7F56E-D495-7122-DD61-C9871D244588}"/>
                </a:ext>
              </a:extLst>
            </p:cNvPr>
            <p:cNvSpPr txBox="1"/>
            <p:nvPr/>
          </p:nvSpPr>
          <p:spPr>
            <a:xfrm>
              <a:off x="2499360" y="2505990"/>
              <a:ext cx="629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</a:t>
              </a:r>
              <a:r>
                <a:rPr lang="ko-KR" altLang="en-US" b="1" dirty="0"/>
                <a:t>회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B7D4034-7F66-7B60-1C18-8DFDB7B8CEA0}"/>
              </a:ext>
            </a:extLst>
          </p:cNvPr>
          <p:cNvGrpSpPr/>
          <p:nvPr/>
        </p:nvGrpSpPr>
        <p:grpSpPr>
          <a:xfrm>
            <a:off x="754019" y="4647858"/>
            <a:ext cx="8336940" cy="1170248"/>
            <a:chOff x="754019" y="4647858"/>
            <a:chExt cx="8336940" cy="1170248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68F3ACD-4E16-809D-6F6D-E5715C8BB537}"/>
                </a:ext>
              </a:extLst>
            </p:cNvPr>
            <p:cNvGrpSpPr/>
            <p:nvPr/>
          </p:nvGrpSpPr>
          <p:grpSpPr>
            <a:xfrm>
              <a:off x="754019" y="4832524"/>
              <a:ext cx="8336940" cy="985582"/>
              <a:chOff x="754019" y="4832524"/>
              <a:chExt cx="8336940" cy="985582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35306AE0-72AC-5744-C1E9-B51EF846EBEE}"/>
                  </a:ext>
                </a:extLst>
              </p:cNvPr>
              <p:cNvSpPr/>
              <p:nvPr/>
            </p:nvSpPr>
            <p:spPr>
              <a:xfrm>
                <a:off x="754019" y="4832525"/>
                <a:ext cx="2173753" cy="985581"/>
              </a:xfrm>
              <a:prstGeom prst="round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[Water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전장개발팀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]</a:t>
                </a:r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Tool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 제공</a:t>
                </a:r>
              </a:p>
            </p:txBody>
          </p:sp>
          <p:cxnSp>
            <p:nvCxnSpPr>
              <p:cNvPr id="23" name="연결선: 구부러짐 22">
                <a:extLst>
                  <a:ext uri="{FF2B5EF4-FFF2-40B4-BE49-F238E27FC236}">
                    <a16:creationId xmlns:a16="http://schemas.microsoft.com/office/drawing/2014/main" id="{0F4B9A70-0445-3E82-C8B0-515F4796DAF1}"/>
                  </a:ext>
                </a:extLst>
              </p:cNvPr>
              <p:cNvCxnSpPr>
                <a:cxnSpLocks/>
                <a:stCxn id="22" idx="3"/>
                <a:endCxn id="24" idx="1"/>
              </p:cNvCxnSpPr>
              <p:nvPr/>
            </p:nvCxnSpPr>
            <p:spPr>
              <a:xfrm flipV="1">
                <a:off x="2927772" y="5325315"/>
                <a:ext cx="892268" cy="1"/>
              </a:xfrm>
              <a:prstGeom prst="curvedConnector3">
                <a:avLst>
                  <a:gd name="adj1" fmla="val 50000"/>
                </a:avLst>
              </a:prstGeom>
              <a:grpFill/>
              <a:ln w="76200">
                <a:solidFill>
                  <a:schemeClr val="tx2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F70495D5-B729-42E5-12AA-C549A51B9999}"/>
                  </a:ext>
                </a:extLst>
              </p:cNvPr>
              <p:cNvSpPr/>
              <p:nvPr/>
            </p:nvSpPr>
            <p:spPr>
              <a:xfrm>
                <a:off x="3820040" y="4832524"/>
                <a:ext cx="2173753" cy="985581"/>
              </a:xfrm>
              <a:prstGeom prst="round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[Water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시스템팀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]</a:t>
                </a:r>
              </a:p>
              <a:p>
                <a:pPr algn="ctr"/>
                <a:r>
                  <a:rPr lang="ko-KR" altLang="en-US" b="1" dirty="0">
                    <a:solidFill>
                      <a:schemeClr val="tx1"/>
                    </a:solidFill>
                  </a:rPr>
                  <a:t>자체 검토</a:t>
                </a: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3AE3EDEA-7147-BACE-55BE-C576F2D75D6D}"/>
                  </a:ext>
                </a:extLst>
              </p:cNvPr>
              <p:cNvSpPr/>
              <p:nvPr/>
            </p:nvSpPr>
            <p:spPr>
              <a:xfrm>
                <a:off x="6917206" y="4832524"/>
                <a:ext cx="2173753" cy="985581"/>
              </a:xfrm>
              <a:prstGeom prst="round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[Water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전장개발팀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]</a:t>
                </a:r>
              </a:p>
              <a:p>
                <a:pPr algn="ctr"/>
                <a:r>
                  <a:rPr lang="ko-KR" altLang="en-US" b="1" dirty="0">
                    <a:solidFill>
                      <a:schemeClr val="tx1"/>
                    </a:solidFill>
                  </a:rPr>
                  <a:t>최종 테이블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S/W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적용</a:t>
                </a:r>
              </a:p>
            </p:txBody>
          </p:sp>
          <p:cxnSp>
            <p:nvCxnSpPr>
              <p:cNvPr id="28" name="연결선: 구부러짐 27">
                <a:extLst>
                  <a:ext uri="{FF2B5EF4-FFF2-40B4-BE49-F238E27FC236}">
                    <a16:creationId xmlns:a16="http://schemas.microsoft.com/office/drawing/2014/main" id="{091945AD-9C46-FED3-939B-63669F13A29B}"/>
                  </a:ext>
                </a:extLst>
              </p:cNvPr>
              <p:cNvCxnSpPr>
                <a:cxnSpLocks/>
                <a:stCxn id="24" idx="3"/>
                <a:endCxn id="25" idx="1"/>
              </p:cNvCxnSpPr>
              <p:nvPr/>
            </p:nvCxnSpPr>
            <p:spPr>
              <a:xfrm>
                <a:off x="5993793" y="5325315"/>
                <a:ext cx="923413" cy="12700"/>
              </a:xfrm>
              <a:prstGeom prst="curvedConnector3">
                <a:avLst>
                  <a:gd name="adj1" fmla="val 50000"/>
                </a:avLst>
              </a:prstGeom>
              <a:grpFill/>
              <a:ln w="76200">
                <a:solidFill>
                  <a:schemeClr val="tx2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79B829C-7F8B-BD09-FEC1-26E100D31CE0}"/>
                </a:ext>
              </a:extLst>
            </p:cNvPr>
            <p:cNvSpPr txBox="1"/>
            <p:nvPr/>
          </p:nvSpPr>
          <p:spPr>
            <a:xfrm>
              <a:off x="3129037" y="4660559"/>
              <a:ext cx="629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1</a:t>
              </a:r>
              <a:r>
                <a:rPr lang="ko-KR" altLang="en-US" b="1" dirty="0"/>
                <a:t>회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5097683-BE0E-B593-B97C-0667C331A584}"/>
                </a:ext>
              </a:extLst>
            </p:cNvPr>
            <p:cNvSpPr txBox="1"/>
            <p:nvPr/>
          </p:nvSpPr>
          <p:spPr>
            <a:xfrm>
              <a:off x="6222667" y="4647858"/>
              <a:ext cx="629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1</a:t>
              </a:r>
              <a:r>
                <a:rPr lang="ko-KR" altLang="en-US" b="1" dirty="0"/>
                <a:t>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258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박찬흠[Water전장개발팀/팀원]</dc:creator>
  <cp:lastModifiedBy>박찬흠[Water전장개발팀/팀원]</cp:lastModifiedBy>
  <cp:revision>24</cp:revision>
  <dcterms:created xsi:type="dcterms:W3CDTF">2025-11-17T06:08:00Z</dcterms:created>
  <dcterms:modified xsi:type="dcterms:W3CDTF">2025-11-17T06:41:04Z</dcterms:modified>
</cp:coreProperties>
</file>